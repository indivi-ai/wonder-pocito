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פתיחה: זוהי פלטפורמת האנליטיקה של Comax — AI אנליטי מאומת, בנוי מקצה לקצה: מבסיס הנתונים של Comax ועד WhatsApp.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שני מסכים, מערכת אחת: צ׳אט ה-AI יכול להציג כל דשבורד, ולכל דשבורד יש AI שמסכם אותו. הכול נשאר ניתן להתאמה מלאה.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הארכיטקטורה, מלמטה למעלה: בסיס הנתונים התפעולי מזרים שינויים ב-CDC לבסיס נתונים אנליטי ייעודי על Iceberg. מעליו ספריית דוחות מאומתים, אחר כך סוכני ה-AI, ולבסוף אפליקציית Comax AI על ארבעת המסכים שלה.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כל שכבה — מבסיס הנתונים ועד האפליקציה — נערכת עם AI על ידי Comax, ב-Wonder Studio, עם המודלים המובילים של OpenAI ו-Anthropic. המשמעות: איכות מאומתת לצד התאמה אישית ושליטה מלאה.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כך תשובה מאומתת נבנית מקצה לקצה: המשתמש שואל, סוכן ה-AI מושך הקשר מה-Branch Intelligence Module — פרומפטים, SQL מאומת ו-Chat Widgets — ה-LLM מנסח תשובה, ו-Gate Keeper מאמת אותה מול אותו מודול לפני שהיא נמסרת.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כל מודול בנוי משתי שכבות. בסיס Comax — ה-Business Intelligence Doclet, שאילתות מאומתות ו-Chat Widgets — נבנה ומאומת על ידי Comax. מעליו בסיס המשתמש: העדפות, לוגיקה ו-Widgets אישיים של כל משתמש. את שתי השכבות מתאימים בשפה חופשית דרך צ׳אט ה-AI, בשירות עצמי מלא.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שואלים ב-WhatsApp ומקבלים תשובה מאומתת: תמונת מצב הסניפים היומית מגיעה כתמונה עם סיכום קצר, והחריג מסומן. לצד הטלפון — אותה תמונה מקרוב: כל סניף מול הממוצע שלו לאותו יום בשבוע. הקישור ממשיך את השיחה באפליקציית Comax.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זה מול זה מול פלטפורמת דאטה גנרית: Wonder נפרסת On-Prem או בענן, מגיעה לשוק הכי מהר, מסופקת כפתרון מלא עם Quality Guard, והמודולים המאומתים מעניקים אמינות AI גבוהה בעלות AI נמוכה מאוד — עם חוויית מסחר תפורה על גבי תשתית Comax.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מבט גאנט. חודש ראשון, לקוחות ראשונים: חמישה לקוחות באוויר — ספרינט האיכות והשכבות הסמנטיות נבנים על ידי IndiviAI יחד עם צוות הדאטה של Comax, הערכה ואיכות באחריות IndiviAI, הכול על AWS של Comax. חודש שני, פריסה הדרגתית: 15 לקוחות נוספים, ו-Wonder Studio מוכן כך ש-Comax מתאימה בעצמה בליווי שלנו. לאחר מכן יוצא באנר לכל הלקוחות והפריסה נמשכת. Wonder Support פועל באופן שוטף מהיום הראשון — ניטור, הערכה ושיפור עם SLA של 24 שעות.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2026-07-16T10:55:38Z</dcterms:created>
  <dcterms:modified xsi:type="dcterms:W3CDTF">2026-07-16T10:55:38Z</dcterms:modified>
</cp:coreProperties>
</file>